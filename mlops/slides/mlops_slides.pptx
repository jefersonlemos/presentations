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9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 snapToGrid="0" showGuides="1">
      <p:cViewPr varScale="1">
        <p:scale>
          <a:sx n="98" d="100"/>
          <a:sy n="98" d="100"/>
        </p:scale>
        <p:origin x="96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ABDE19-4F43-4DA7-B0ED-6E897C43B71B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3D7E03-FAF7-452F-AE96-D29E03C5F9C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65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Here are the notes for the presenter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3D7E03-FAF7-452F-AE96-D29E03C5F9CA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4913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ECBC8-2933-308B-116A-98A9BD340E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3EB40D-8E83-0723-C525-115D50565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82938-7C3D-03EA-F808-47297887D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5CEE8-999F-6FF7-C4C3-C31C5E3D7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14936-FE4E-8B3F-99EC-145A50B4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846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F639-8336-DC6C-FFAD-8B41A0BFE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A24C-A8FE-5CA1-1923-541DDCE51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6B244-7808-23CE-BDD8-6AA9755EB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7D66A-4D70-3BE8-D99E-B7941F92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85D4C-C1F4-81E2-6D7C-3C182072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5100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34F6D-7780-5274-E68D-206832963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A4E9-98AE-D211-B4B9-89896AFFE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1B1BC-4060-2A4E-D3A1-08E5D725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E42CD-5B21-6A14-F34E-EAB542BF9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22C44-A2C4-FBC9-6F17-CD6701AA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323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1F8A-EC0C-BA02-1A8C-9E288BB57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29995-5033-E616-CEED-C4DDFD1156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1D4BF2-8C1F-6C99-9597-10177B2FC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ACEBEB-8950-95C7-9F47-FB8C88E50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B96ED-B365-66CD-F403-7CA3D73DA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9CE7C-7054-80E2-2370-B64444557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37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5C404-6D87-5783-CBBB-59778F4B3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FE259-2350-6F7E-EBE9-2A1457F20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3FD05E-5E86-5ECD-25AB-48A391F1A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7B52DF-F537-2F58-1393-07530D520B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56565-606C-1034-BEB8-1A019173B4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502085-5B1D-9305-5DC0-D0D08F6A5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66C83-872C-9A13-F2B5-F2CFD80AE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A23A03-21B2-FFC4-9B8C-02E513D3D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303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43FB6-1244-46CA-F60C-664631116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944C3F-7478-ABFB-E47D-50D0B4E72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F2AF04-F8BA-E2A2-83A3-069A8AAB9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2E02A-1219-B55B-80D5-C8679066E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01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90DFD-5ECD-4761-6266-38D3E88BD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E4E409-FBA2-1C91-4EA8-01704570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0A7D4-8A2E-A3C6-0DF7-FE6603C1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229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F364-8758-F184-4AA2-5DD34F530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050F8-AEDE-BEA3-1F3A-0D059CB1A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C630A9-B802-3D99-9527-1CF26B838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E59BE-9810-3DE4-313E-D73AAFF9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46E25F-300B-770F-FFB1-B36272B78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F9F5C-01A1-E46A-3E4F-060FCD6C3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1516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798EA-5677-633E-5FCF-FBC5406AA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42028-D4D2-9665-1F67-68475DCB5D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10E08-69D0-1C69-0138-5CA42FF70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C565DB-0374-70D3-7D53-6474352C7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22471-3872-0010-3346-FEE326C14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44A2C-591C-AA47-8D1B-12DD17CE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3866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FCD4-B382-EE24-EA00-2EEF7E349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93C679-B525-C5CD-40B1-CD2F06B27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25011-66A9-59F1-7605-599292203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BBE32-AB0C-0234-35B6-94A7E97AA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A1D99-FC74-3EF0-F22B-C4A581536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48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97A0B7-650F-C049-822A-C1218E168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29968D-E843-AF87-7B08-BE5D53C6E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04921-6BBB-85CD-AE2A-8896FD301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DB318-F2A9-F40B-6BF0-D1F4D996F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B6A1-B145-4454-F3A3-30BEFE42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916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04923D-279E-797F-0C63-EF152392A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96DEDD-1058-67A5-9266-405256467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FF7A6-A536-4A45-D748-BBA8D9C521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1EF071-38C7-4261-98FD-28146D3F3A3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18D68-9F34-90C6-47E2-512740C10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47F7E0-864D-2C6A-34A7-C4959A6328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98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15C702B1-0AA3-DD38-A8BA-3BBC6D9F9B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1961"/>
            <a:ext cx="12192000" cy="68899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87340AC-EFDE-5069-8F59-C9498052C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9862" y="377003"/>
            <a:ext cx="409524" cy="71428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31D7CD2-F7E1-08DE-9C87-B34257EAA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7180" y="397235"/>
            <a:ext cx="495238" cy="714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0FF2110-2348-0A1C-7313-11D992831EE6}"/>
              </a:ext>
            </a:extLst>
          </p:cNvPr>
          <p:cNvSpPr txBox="1"/>
          <p:nvPr/>
        </p:nvSpPr>
        <p:spPr>
          <a:xfrm>
            <a:off x="3757181" y="316044"/>
            <a:ext cx="6971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529431"/>
                </a:solidFill>
                <a:latin typeface="Consolas" panose="020B0609020204030204" pitchFamily="49" charset="0"/>
              </a:rPr>
              <a:t>Topic Name can be this long</a:t>
            </a:r>
          </a:p>
        </p:txBody>
      </p:sp>
      <p:sp>
        <p:nvSpPr>
          <p:cNvPr id="28" name="Title 3">
            <a:extLst>
              <a:ext uri="{FF2B5EF4-FFF2-40B4-BE49-F238E27FC236}">
                <a16:creationId xmlns:a16="http://schemas.microsoft.com/office/drawing/2014/main" id="{3581796F-CD0E-53EF-D578-F3E638ADA9A1}"/>
              </a:ext>
            </a:extLst>
          </p:cNvPr>
          <p:cNvSpPr txBox="1">
            <a:spLocks/>
          </p:cNvSpPr>
          <p:nvPr/>
        </p:nvSpPr>
        <p:spPr>
          <a:xfrm>
            <a:off x="558938" y="1391571"/>
            <a:ext cx="11074124" cy="419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Here is the text box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We’re gonna add contents here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It will be topics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Each topic will talk about something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This is going to be nice</a:t>
            </a:r>
          </a:p>
        </p:txBody>
      </p:sp>
    </p:spTree>
    <p:extLst>
      <p:ext uri="{BB962C8B-B14F-4D97-AF65-F5344CB8AC3E}">
        <p14:creationId xmlns:p14="http://schemas.microsoft.com/office/powerpoint/2010/main" val="27715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faça_o_vídeo_o_texto_deve_s">
            <a:hlinkClick r:id="" action="ppaction://media"/>
            <a:extLst>
              <a:ext uri="{FF2B5EF4-FFF2-40B4-BE49-F238E27FC236}">
                <a16:creationId xmlns:a16="http://schemas.microsoft.com/office/drawing/2014/main" id="{92145F32-09A9-D696-E60A-3E9AF5CC457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276" cy="685800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DFEB129-E5A8-FC40-7060-9DC4461C8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876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40</Words>
  <Application>Microsoft Office PowerPoint</Application>
  <PresentationFormat>Widescreen</PresentationFormat>
  <Paragraphs>8</Paragraphs>
  <Slides>2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Jeferson Lemos</dc:creator>
  <cp:lastModifiedBy>Jeferson Lemos</cp:lastModifiedBy>
  <cp:revision>2</cp:revision>
  <dcterms:created xsi:type="dcterms:W3CDTF">2026-06-04T11:26:11Z</dcterms:created>
  <dcterms:modified xsi:type="dcterms:W3CDTF">2026-06-04T12:18:06Z</dcterms:modified>
</cp:coreProperties>
</file>