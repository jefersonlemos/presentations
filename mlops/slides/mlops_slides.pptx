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94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247" autoAdjust="0"/>
  </p:normalViewPr>
  <p:slideViewPr>
    <p:cSldViewPr snapToGrid="0" showGuides="1">
      <p:cViewPr varScale="1">
        <p:scale>
          <a:sx n="103" d="100"/>
          <a:sy n="103" d="100"/>
        </p:scale>
        <p:origin x="270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ABDE19-4F43-4DA7-B0ED-6E897C43B71B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3D7E03-FAF7-452F-AE96-D29E03C5F9C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656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Here are the notes for the presenter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3D7E03-FAF7-452F-AE96-D29E03C5F9CA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4913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B3BD7-092C-0C99-01FB-484EB3D89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636BA-3B1D-F000-C262-7AC26C30D3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C5EC7E-B327-5B66-BFFE-81601DAA3F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Here are the notes for the presenter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7CBA5-D5B3-AC51-7865-B63A74891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3D7E03-FAF7-452F-AE96-D29E03C5F9CA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44937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463C8-3D43-6C80-F6FE-757E74834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57D699-4A04-B56F-60CC-66DDD7CA0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D06B7A-7553-EEE1-9412-AA8545D499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Here are the notes for the presenter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174EA-2169-6EAF-9C13-987760924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3D7E03-FAF7-452F-AE96-D29E03C5F9CA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76162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ECBC8-2933-308B-116A-98A9BD340E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3EB40D-8E83-0723-C525-115D50565C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82938-7C3D-03EA-F808-47297887D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3A27A-191C-48C6-B616-789DB700C747}" type="datetime1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5CEE8-999F-6FF7-C4C3-C31C5E3D7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E14936-FE4E-8B3F-99EC-145A50B4E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8467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FF639-8336-DC6C-FFAD-8B41A0BFE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DA24C-A8FE-5CA1-1923-541DDCE51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96B244-7808-23CE-BDD8-6AA9755EB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9EDBF-9CA8-472A-8B41-FF6700DC139B}" type="datetime1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17D66A-4D70-3BE8-D99E-B7941F927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85D4C-C1F4-81E2-6D7C-3C1820727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55100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34F6D-7780-5274-E68D-206832963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8A4E9-98AE-D211-B4B9-89896AFFEF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1B1BC-4060-2A4E-D3A1-08E5D7259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1704-CE09-4C04-9F03-A82B5BA53C38}" type="datetime1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E42CD-5B21-6A14-F34E-EAB542BF9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22C44-A2C4-FBC9-6F17-CD6701AA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323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F1F8A-EC0C-BA02-1A8C-9E288BB57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29995-5033-E616-CEED-C4DDFD1156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1D4BF2-8C1F-6C99-9597-10177B2FC8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ACEBEB-8950-95C7-9F47-FB8C88E50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3FEB6-A3BA-42BA-AD2B-016DC219120A}" type="datetime1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B96ED-B365-66CD-F403-7CA3D73DA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89CE7C-7054-80E2-2370-B64444557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370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5C404-6D87-5783-CBBB-59778F4B3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4FE259-2350-6F7E-EBE9-2A1457F20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3FD05E-5E86-5ECD-25AB-48A391F1A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7B52DF-F537-2F58-1393-07530D520B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056565-606C-1034-BEB8-1A019173B4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502085-5B1D-9305-5DC0-D0D08F6A5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B9C7C-3E79-4144-83B1-B1232D1D0F81}" type="datetime1">
              <a:rPr lang="pt-BR" smtClean="0"/>
              <a:t>08/06/2026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C66C83-872C-9A13-F2B5-F2CFD80AE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A23A03-21B2-FFC4-9B8C-02E513D3D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303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43FB6-1244-46CA-F60C-664631116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944C3F-7478-ABFB-E47D-50D0B4E72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175B9-8229-48D6-977B-9DA0A0C11402}" type="datetime1">
              <a:rPr lang="pt-BR" smtClean="0"/>
              <a:t>08/06/2026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F2AF04-F8BA-E2A2-83A3-069A8AAB9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C2E02A-1219-B55B-80D5-C8679066E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01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990DFD-5ECD-4761-6266-38D3E88BD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E356-7212-4B06-8B3B-C933B18E13F6}" type="datetime1">
              <a:rPr lang="pt-BR" smtClean="0"/>
              <a:t>08/06/2026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E4E409-FBA2-1C91-4EA8-017045709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0A7D4-8A2E-A3C6-0DF7-FE6603C1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2295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F364-8758-F184-4AA2-5DD34F530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050F8-AEDE-BEA3-1F3A-0D059CB1AA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C630A9-B802-3D99-9527-1CF26B8389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2E59BE-9810-3DE4-313E-D73AAFF94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865CF-9932-429F-986C-9E2FE59D640A}" type="datetime1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46E25F-300B-770F-FFB1-B36272B78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DF9F5C-01A1-E46A-3E4F-060FCD6C3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1516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798EA-5677-633E-5FCF-FBC5406AA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A42028-D4D2-9665-1F67-68475DCB5D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110E08-69D0-1C69-0138-5CA42FF70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C565DB-0374-70D3-7D53-6474352C7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571DF-F597-4F3B-9B28-16AD30C69D0A}" type="datetime1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22471-3872-0010-3346-FEE326C14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44A2C-591C-AA47-8D1B-12DD17CE3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3866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1FCD4-B382-EE24-EA00-2EEF7E349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93C679-B525-C5CD-40B1-CD2F06B27D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25011-66A9-59F1-7605-599292203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5298-E482-4F96-870D-E5A6EEBE8F36}" type="datetime1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6BBE32-AB0C-0234-35B6-94A7E97AA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A1D99-FC74-3EF0-F22B-C4A581536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3488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97A0B7-650F-C049-822A-C1218E168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29968D-E843-AF87-7B08-BE5D53C6E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04921-6BBB-85CD-AE2A-8896FD301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18BD0-B2D6-4977-97EE-9A2EF32F2106}" type="datetime1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BDB318-F2A9-F40B-6BF0-D1F4D996F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9B6A1-B145-4454-F3A3-30BEFE42E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916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04923D-279E-797F-0C63-EF152392A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96DEDD-1058-67A5-9266-405256467A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FF7A6-A536-4A45-D748-BBA8D9C521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D329D4-0E8B-4E8E-8D68-74D2AA3305B2}" type="datetime1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018D68-9F34-90C6-47E2-512740C101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47F7E0-864D-2C6A-34A7-C4959A6328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F26844-A545-4993-ACC2-5BA0A6CB7DD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998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gif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gif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gif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Content Placeholder 19">
            <a:extLst>
              <a:ext uri="{FF2B5EF4-FFF2-40B4-BE49-F238E27FC236}">
                <a16:creationId xmlns:a16="http://schemas.microsoft.com/office/drawing/2014/main" id="{4A27B97F-0698-7AEC-1B3D-54E606297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7"/>
            <a:ext cx="12192000" cy="688996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31D7CD2-F7E1-08DE-9C87-B34257EAAF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180" y="397235"/>
            <a:ext cx="495238" cy="714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0FF2110-2348-0A1C-7313-11D992831EE6}"/>
              </a:ext>
            </a:extLst>
          </p:cNvPr>
          <p:cNvSpPr txBox="1"/>
          <p:nvPr/>
        </p:nvSpPr>
        <p:spPr>
          <a:xfrm>
            <a:off x="3804806" y="354144"/>
            <a:ext cx="3976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rgbClr val="529431"/>
                </a:solidFill>
                <a:latin typeface="Consolas" panose="020B0609020204030204" pitchFamily="49" charset="0"/>
              </a:rPr>
              <a:t>What is MLOPS ?</a:t>
            </a:r>
          </a:p>
        </p:txBody>
      </p:sp>
      <p:sp>
        <p:nvSpPr>
          <p:cNvPr id="28" name="Title 3">
            <a:extLst>
              <a:ext uri="{FF2B5EF4-FFF2-40B4-BE49-F238E27FC236}">
                <a16:creationId xmlns:a16="http://schemas.microsoft.com/office/drawing/2014/main" id="{3581796F-CD0E-53EF-D578-F3E638ADA9A1}"/>
              </a:ext>
            </a:extLst>
          </p:cNvPr>
          <p:cNvSpPr txBox="1">
            <a:spLocks/>
          </p:cNvSpPr>
          <p:nvPr/>
        </p:nvSpPr>
        <p:spPr>
          <a:xfrm>
            <a:off x="558938" y="1391571"/>
            <a:ext cx="11074124" cy="419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Here is the text box 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We’re gonna add contents here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It will be topics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Each topic will talk about something 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This is going to be nice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0687444-14FB-686B-39AB-D91E65B74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C5600F3-9B73-48EB-E39C-2A6E27F16E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9409" y="431696"/>
            <a:ext cx="124916" cy="495232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83E770F-2B46-EF34-2789-AF409838A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26844-A545-4993-ACC2-5BA0A6CB7DD8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155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101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A26C5-1A23-671E-C733-CC2A33B68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Content Placeholder 19">
            <a:extLst>
              <a:ext uri="{FF2B5EF4-FFF2-40B4-BE49-F238E27FC236}">
                <a16:creationId xmlns:a16="http://schemas.microsoft.com/office/drawing/2014/main" id="{91684D9D-6795-91F3-2B16-AA1E100345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7"/>
            <a:ext cx="12192000" cy="688996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92289B9-DABE-7985-A042-9E31F8C3E8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180" y="397235"/>
            <a:ext cx="495238" cy="714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6D5D743-2E61-A21E-F2CF-7E958FAAE319}"/>
              </a:ext>
            </a:extLst>
          </p:cNvPr>
          <p:cNvSpPr txBox="1"/>
          <p:nvPr/>
        </p:nvSpPr>
        <p:spPr>
          <a:xfrm>
            <a:off x="3804806" y="354144"/>
            <a:ext cx="60109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rgbClr val="529431"/>
                </a:solidFill>
                <a:latin typeface="Consolas" panose="020B0609020204030204" pitchFamily="49" charset="0"/>
              </a:rPr>
              <a:t>What is the slide name?</a:t>
            </a:r>
          </a:p>
        </p:txBody>
      </p:sp>
      <p:sp>
        <p:nvSpPr>
          <p:cNvPr id="28" name="Title 3">
            <a:extLst>
              <a:ext uri="{FF2B5EF4-FFF2-40B4-BE49-F238E27FC236}">
                <a16:creationId xmlns:a16="http://schemas.microsoft.com/office/drawing/2014/main" id="{F24F1AB9-0DCE-CF78-AC01-06DBDD3A1C08}"/>
              </a:ext>
            </a:extLst>
          </p:cNvPr>
          <p:cNvSpPr txBox="1">
            <a:spLocks/>
          </p:cNvSpPr>
          <p:nvPr/>
        </p:nvSpPr>
        <p:spPr>
          <a:xfrm>
            <a:off x="558938" y="1391571"/>
            <a:ext cx="11074124" cy="419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Here is the text box 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We’re gonna add contents here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It will be topics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Each topic will talk about something 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This is going to be nice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3E8B3F20-D155-5A3A-B529-327667058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0E3D77B-F5BB-2334-55C1-8EA71D6274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525" y="421752"/>
            <a:ext cx="124916" cy="495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18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801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91FDD-03FA-375A-636F-4B32727C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Content Placeholder 19">
            <a:extLst>
              <a:ext uri="{FF2B5EF4-FFF2-40B4-BE49-F238E27FC236}">
                <a16:creationId xmlns:a16="http://schemas.microsoft.com/office/drawing/2014/main" id="{29EC2A7C-E318-1E2F-3BA1-FB0438236F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7"/>
            <a:ext cx="12192000" cy="688996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064684A-5DDF-D90B-F73B-3E7E95CDBA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180" y="397235"/>
            <a:ext cx="495238" cy="714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CE19B43-D21A-57A4-ACE8-AA88F119B73E}"/>
              </a:ext>
            </a:extLst>
          </p:cNvPr>
          <p:cNvSpPr txBox="1"/>
          <p:nvPr/>
        </p:nvSpPr>
        <p:spPr>
          <a:xfrm>
            <a:off x="3804806" y="354144"/>
            <a:ext cx="60109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rgbClr val="529431"/>
                </a:solidFill>
                <a:latin typeface="Consolas" panose="020B0609020204030204" pitchFamily="49" charset="0"/>
              </a:rPr>
              <a:t>What is the slide name?</a:t>
            </a:r>
          </a:p>
        </p:txBody>
      </p:sp>
      <p:sp>
        <p:nvSpPr>
          <p:cNvPr id="28" name="Title 3">
            <a:extLst>
              <a:ext uri="{FF2B5EF4-FFF2-40B4-BE49-F238E27FC236}">
                <a16:creationId xmlns:a16="http://schemas.microsoft.com/office/drawing/2014/main" id="{7A505AE5-9D59-E7BC-AC13-93288C272111}"/>
              </a:ext>
            </a:extLst>
          </p:cNvPr>
          <p:cNvSpPr txBox="1">
            <a:spLocks/>
          </p:cNvSpPr>
          <p:nvPr/>
        </p:nvSpPr>
        <p:spPr>
          <a:xfrm>
            <a:off x="558938" y="1391571"/>
            <a:ext cx="11074124" cy="419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Here is the text box 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We’re gonna add contents here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It will be topics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Each topic will talk about something </a:t>
            </a:r>
          </a:p>
          <a:p>
            <a:pPr marL="571500" indent="-571500">
              <a:buFontTx/>
              <a:buChar char="-"/>
            </a:pPr>
            <a:r>
              <a:rPr lang="pt-BR" sz="4000" dirty="0">
                <a:latin typeface="Consolas" panose="020B0609020204030204" pitchFamily="49" charset="0"/>
                <a:ea typeface="Segoe UI Black" panose="020B0A02040204020203" pitchFamily="34" charset="0"/>
              </a:rPr>
              <a:t>This is going to be nice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935088A-5796-DED1-3347-17FDAE1803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3C8493-045D-1455-7643-BFD9504B1AA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525" y="421752"/>
            <a:ext cx="124916" cy="49523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06C9F76-7E29-445A-0E03-266081FC8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89862" y="551859"/>
            <a:ext cx="2743200" cy="365125"/>
          </a:xfrm>
        </p:spPr>
        <p:txBody>
          <a:bodyPr/>
          <a:lstStyle/>
          <a:p>
            <a:r>
              <a:rPr lang="pt-BR" b="1" dirty="0">
                <a:solidFill>
                  <a:srgbClr val="529431"/>
                </a:solidFill>
                <a:latin typeface="+mj-lt"/>
              </a:rPr>
              <a:t>--(2,Thu, June11</a:t>
            </a:r>
          </a:p>
        </p:txBody>
      </p:sp>
    </p:spTree>
    <p:extLst>
      <p:ext uri="{BB962C8B-B14F-4D97-AF65-F5344CB8AC3E}">
        <p14:creationId xmlns:p14="http://schemas.microsoft.com/office/powerpoint/2010/main" val="93050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801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125</Words>
  <Application>Microsoft Office PowerPoint</Application>
  <PresentationFormat>Widescreen</PresentationFormat>
  <Paragraphs>26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Jeferson Lemos</dc:creator>
  <cp:lastModifiedBy>Jeferson Lemos</cp:lastModifiedBy>
  <cp:revision>4</cp:revision>
  <dcterms:created xsi:type="dcterms:W3CDTF">2026-06-04T11:26:11Z</dcterms:created>
  <dcterms:modified xsi:type="dcterms:W3CDTF">2026-06-09T02:02:27Z</dcterms:modified>
</cp:coreProperties>
</file>