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63" r:id="rId4"/>
    <p:sldId id="257" r:id="rId5"/>
    <p:sldId id="264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7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495D-37F4-41F0-1311-EA140E87E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4B8DF-956C-E62E-9851-52CFEDF57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FB892-7562-FF27-5DD5-478F6B1E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C5DF2-39E8-0F90-0B6B-E7BDE33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69881-DA91-B9E4-3362-D5504A43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11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FDD5-299A-0369-9642-75182794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62983-D8E9-9331-D6C6-3EE1C023C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72378-D1B0-FB34-3E67-1581692E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940AF-BD91-629E-3753-4210A129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89D27-3A3D-5657-FEA0-BC60DCE2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44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74DB-659B-4864-32A0-B4F4B81E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CAC34-5759-3664-6FA7-31950EEEF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3F16A-073F-4171-8652-6E2A3110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715F-7D85-61F9-0BE6-0986A0F6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2BEF-6B5C-DEA5-082B-E983BAF8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42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D4C-94F2-7C66-8720-A4529C0B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9E84-2649-9A49-4071-7172FFED3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F292A-B8B8-86D5-7911-F2B7AF587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65502-F317-29BA-F141-1C020807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600C9-E172-BBC4-CC90-BF868215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7B8A0-B8AD-7E13-A2BC-082F6002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079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6A1D-502A-8976-86DF-A7EE3E9A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043D6-AD92-C687-8648-AE2F39EAE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AD510-7AFD-408C-87F0-CC110D6C8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31BF1-C7F3-0E29-9F07-62A303176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9960A-00D2-AFC1-CAC1-E6B4AEC96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31F3EC-361C-97B2-4045-719F39E9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3AB51-C07D-0CE1-DF95-74E6A950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3CFBB-9E0D-9956-B414-6FF31440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10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78FA-DFB7-DCD3-B983-410A8011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70DDC-A4C5-5B32-9283-86B3F70E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F0A58-E0CD-3CB6-B52D-D4DF95B5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0270B-7F43-9A07-2EBC-340184C5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11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CAFE8-3223-38DF-9F83-05998896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26A32-035A-7096-0FEE-2B399C2E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3E40-390B-A0FA-EE4A-8CC15F18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53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CA0F-6E6B-C7DF-1A2B-23B1E7D7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DFBC0-8E7F-87C6-EC2E-7E433CF43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FA989-7BF5-DF33-0CB8-6101E415D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EB091-0ECB-3840-3F3A-E1D4F643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5812B-7191-2550-2793-7F4A192B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8809D-D1F3-6569-F8E6-233B068E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55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8569-91CE-4262-D56E-FF33D0C0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F021F-39B1-AC9B-6E28-D163D543A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364A8-7C99-4AF2-F856-3CE329CA8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AF99B-BE6A-1292-D498-ED19D926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9C826-4F1A-B35F-5510-92EDE457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BBBB-7E8D-8F4E-CDD3-9D45EBF7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72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573-FF2D-C78C-B0D2-0F993B5E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2C248-BAF9-59C5-9F70-E5CDFD287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5083-9697-FA3D-161C-E269DB8E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2A4C1-8C67-1A0C-9B00-C86E59D5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6B020-5C40-4F1C-743B-23F56065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80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2C44B-9175-FDA1-08B9-039BA88ED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49CCD-6F23-6EF6-2893-3E25FFE59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9EC32-6896-5EDF-F3BF-8874E270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E0798-4F08-9063-DF1C-26326D36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7B282-2598-5EC9-3CE5-C0E50D1C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12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05AAF-0E0B-393A-E4AB-60FED021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3F7E7-A98B-24E9-38A2-6DFEC5BE3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B007-A1B6-84D3-1286-6D2D82C44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634CB-36DD-4710-BE32-E4375904F4C7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CB536-AFA4-44CF-F7E6-98BE58F27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ABB6B-2A1F-7C52-1BCF-055872692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BA9F0-D37E-49E8-95FB-B8F2C9F2F60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75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25DB-BB41-7083-E72C-2E6DEF78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D2FE2-B424-B224-B46E-8D5CD6618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beautiful cover</a:t>
            </a:r>
          </a:p>
        </p:txBody>
      </p:sp>
    </p:spTree>
    <p:extLst>
      <p:ext uri="{BB962C8B-B14F-4D97-AF65-F5344CB8AC3E}">
        <p14:creationId xmlns:p14="http://schemas.microsoft.com/office/powerpoint/2010/main" val="302491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E897-EB61-90F9-ADE6-3C313AB66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What’s data warehouse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AAA13-04FE-6171-6FF4-88A387BDE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brief context for those who are not from the data world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39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1967-C14F-B5FA-79DA-EAC87AB8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What’s Redshift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6823-5F86-4098-2DDE-AC4203DD6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Brief description of what RedShift is</a:t>
            </a:r>
          </a:p>
        </p:txBody>
      </p:sp>
    </p:spTree>
    <p:extLst>
      <p:ext uri="{BB962C8B-B14F-4D97-AF65-F5344CB8AC3E}">
        <p14:creationId xmlns:p14="http://schemas.microsoft.com/office/powerpoint/2010/main" val="266120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2E6D-082F-A134-5B05-1FBBA900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using Redshift</a:t>
            </a:r>
            <a:br>
              <a:rPr lang="en-US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815E-3460-5CE1-90EB-A3D6B6DC4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  <a:p>
            <a:pPr lvl="1"/>
            <a:r>
              <a:rPr lang="en-US" dirty="0"/>
              <a:t>An app stores data into redshift</a:t>
            </a:r>
          </a:p>
          <a:p>
            <a:pPr lvl="2"/>
            <a:r>
              <a:rPr lang="en-US" dirty="0"/>
              <a:t>What are the possibilities ?</a:t>
            </a:r>
          </a:p>
          <a:p>
            <a:pPr lvl="2"/>
            <a:r>
              <a:rPr lang="en-US" dirty="0"/>
              <a:t>What in Redshift is better or different than its competitors ? </a:t>
            </a:r>
          </a:p>
          <a:p>
            <a:pPr lvl="2"/>
            <a:r>
              <a:rPr lang="en-US" dirty="0"/>
              <a:t>Maybe talk about its horizontal table and what is better in this ?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411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98C7-4E85-00C9-F62E-0466669E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using Redshift</a:t>
            </a:r>
            <a:br>
              <a:rPr lang="en-US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00FDF-8126-89B3-799F-CBBE5A7AE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Prós</a:t>
            </a:r>
          </a:p>
          <a:p>
            <a:pPr lvl="1"/>
            <a:r>
              <a:rPr lang="pt-BR" dirty="0"/>
              <a:t>DMS or AWS services integrations</a:t>
            </a:r>
          </a:p>
          <a:p>
            <a:endParaRPr lang="pt-BR" dirty="0"/>
          </a:p>
          <a:p>
            <a:r>
              <a:rPr lang="pt-BR" dirty="0"/>
              <a:t>Cons</a:t>
            </a:r>
          </a:p>
        </p:txBody>
      </p:sp>
    </p:spTree>
    <p:extLst>
      <p:ext uri="{BB962C8B-B14F-4D97-AF65-F5344CB8AC3E}">
        <p14:creationId xmlns:p14="http://schemas.microsoft.com/office/powerpoint/2010/main" val="37538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59CF-C026-6E14-E00C-8701FBE85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590C-3450-548C-6228-F097B7975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4.1 Cluster</a:t>
            </a:r>
          </a:p>
          <a:p>
            <a:pPr lvl="1"/>
            <a:r>
              <a:rPr lang="en-US" dirty="0"/>
              <a:t>Types of clusters </a:t>
            </a:r>
          </a:p>
          <a:p>
            <a:r>
              <a:rPr lang="en-US" dirty="0"/>
              <a:t>4.2 Serverless</a:t>
            </a:r>
          </a:p>
          <a:p>
            <a:pPr lvl="1"/>
            <a:r>
              <a:rPr lang="en-US" dirty="0"/>
              <a:t>Amazon Redshift Serverless adjusts capacity in seconds to deliver consistently high performance and simplified operations for even the most demanding and volatile workloads.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861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7CB3-CA66-7F04-431D-EBD5578F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Serverless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163F-B441-0C25-5811-49E66B9BC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Scaling</a:t>
            </a:r>
          </a:p>
          <a:p>
            <a:r>
              <a:rPr lang="pt-BR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2328037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F854-00A6-D4AB-C797-3AE0D9AC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8C4D3-8DA9-B734-6391-7C4EA9AEB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demonstration of data ingestion, processing and cluster scaling.</a:t>
            </a:r>
          </a:p>
        </p:txBody>
      </p:sp>
    </p:spTree>
    <p:extLst>
      <p:ext uri="{BB962C8B-B14F-4D97-AF65-F5344CB8AC3E}">
        <p14:creationId xmlns:p14="http://schemas.microsoft.com/office/powerpoint/2010/main" val="120261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128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Cover</vt:lpstr>
      <vt:lpstr>What’s data warehouse</vt:lpstr>
      <vt:lpstr>What’s Redshift</vt:lpstr>
      <vt:lpstr>When using Redshift </vt:lpstr>
      <vt:lpstr>When using Redshift </vt:lpstr>
      <vt:lpstr>Architecture</vt:lpstr>
      <vt:lpstr>Serverless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Jeferson Lemos</dc:creator>
  <cp:lastModifiedBy>Jeferson Lemos</cp:lastModifiedBy>
  <cp:revision>1</cp:revision>
  <dcterms:created xsi:type="dcterms:W3CDTF">2025-11-26T00:56:25Z</dcterms:created>
  <dcterms:modified xsi:type="dcterms:W3CDTF">2025-11-26T01:37:01Z</dcterms:modified>
</cp:coreProperties>
</file>